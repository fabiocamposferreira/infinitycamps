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9144000" cy="164592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ao React</a:t>
            </a:r>
            <a:endParaRPr lang="en-US" sz="3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2344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de Desenvolvimento Web Full Stack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547872"/>
            <a:ext cx="393192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O que é React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931920"/>
            <a:ext cx="393192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Ambiente com Vite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315968"/>
            <a:ext cx="393192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Arrow Function &amp; Import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3547872"/>
            <a:ext cx="393192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834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Componentes &amp; JSX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3931920"/>
            <a:ext cx="393192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8348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useState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4315968"/>
            <a:ext cx="393192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983480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Atividade Prática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React?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4A9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Código em um arquivo gigante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Difícil reutilizar partes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DOM atualizado manualmente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18872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0FF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React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Interface dividida em componentes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Componentes reutilizáveis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React atualiza a tela sozinho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456432"/>
            <a:ext cx="8503920" cy="1005840"/>
          </a:xfrm>
          <a:prstGeom prst="roundRect">
            <a:avLst>
              <a:gd name="adj" fmla="val 10909"/>
            </a:avLst>
          </a:prstGeom>
          <a:solidFill>
            <a:srgbClr val="FFFDE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React é uma </a:t>
            </a:r>
            <a:pPr indent="0" marL="0">
              <a:buNone/>
            </a:pPr>
            <a:r>
              <a:rPr lang="en-US" sz="1300" b="1" dirty="0">
                <a:solidFill>
                  <a:srgbClr val="1A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(não framework) — cuida só da interface visual.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9502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 por: Facebook · Instagram · Netflix · Airbnb · WhatsApp Web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React? — Exercício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67E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das opções descreve corretamente o React?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490472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E67E0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490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517904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banco de dados para guardar informações do site.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167128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240280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E67E0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26771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biblioteca JavaScript para criar interfaces em componentes.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916936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990088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E67E0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990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01752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servidor para hospedar sites na internet.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666744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739896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E67E00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739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767328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linguagem de programação diferente do JavaScript.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React? — Resposta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7A4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91440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332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3CB50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24128" y="1078992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biblioteca JavaScript para criar interfaces em componentes.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2121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44752" y="2121408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→ não é responsabilidade do React.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770632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28803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44752" y="288036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→ React roda no navegador, não no servidor.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36393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44752" y="3639312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→ React usa JavaScript; não cria uma nova.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Configurando o Ambiente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4A9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8503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97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CB50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1097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Node.js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" y="1444752"/>
            <a:ext cx="7772400" cy="27432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45389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1773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B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v18.0.0  (versão 18 ou superior)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240280"/>
            <a:ext cx="8503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331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CB50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o projeto com Vite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" y="2679192"/>
            <a:ext cx="7772400" cy="27432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6883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create vite@latest meu-app-react -- --template react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74720"/>
            <a:ext cx="8503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5661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CB500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dependências e rodar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6112" y="3913632"/>
            <a:ext cx="7772400" cy="27432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9227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  &amp;&amp;   npm run dev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2428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B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http://localhost:5173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Configurando o Ambiente — Exercício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67E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326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os comandos abaixo no terminal, um de cada vez: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8503920" cy="1645920"/>
          </a:xfrm>
          <a:prstGeom prst="roundRect">
            <a:avLst>
              <a:gd name="adj" fmla="val 5556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4996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create vite@latest meu-app-react -- --template react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8653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meu-app-react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2311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5968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dev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182112"/>
            <a:ext cx="8503920" cy="987552"/>
          </a:xfrm>
          <a:prstGeom prst="roundRect">
            <a:avLst>
              <a:gd name="adj" fmla="val 11111"/>
            </a:avLst>
          </a:prstGeom>
          <a:solidFill>
            <a:srgbClr val="FFFDE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3375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O que você espera ver no navegador ao acessar  http://localhost:5173 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Configurando o Ambiente — Resposta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7A4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4069080" cy="1481328"/>
          </a:xfrm>
          <a:prstGeom prst="roundRect">
            <a:avLst>
              <a:gd name="adj" fmla="val 7407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024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no terminal: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316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VITE v5.x.x  ready in 300ms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6367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9568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B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➜  Local:   http://localhost:5173/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251960" cy="256032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024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de pastas: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36592" y="135331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6592" y="170078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App.jsx     ← edite aqui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6592" y="204825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main.jsx    ← não mexa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6592" y="23957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index.css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36592" y="274320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       ← só tem &lt;div id='root'&gt;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36592" y="30906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578608"/>
            <a:ext cx="8503920" cy="804672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724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O React injeta tudo dentro de </a:t>
            </a:r>
            <a:pPr indent="0" marL="0">
              <a:buNone/>
            </a:pPr>
            <a:r>
              <a:rPr lang="en-US" sz="1200" b="1" dirty="0">
                <a:solidFill>
                  <a:srgbClr val="1A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 id='root'&gt;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chamamos isso de </a:t>
            </a:r>
            <a:pPr indent="0" marL="0">
              <a:buNone/>
            </a:pPr>
            <a:r>
              <a:rPr lang="en-US" sz="1200" b="1" dirty="0">
                <a:solidFill>
                  <a:srgbClr val="2A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(Single Page Application).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4A9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mais curta de escrever funções — usada em todo código React.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tradicional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673352"/>
            <a:ext cx="3712464" cy="1664208"/>
          </a:xfrm>
          <a:prstGeom prst="roundRect">
            <a:avLst>
              <a:gd name="adj" fmla="val 3846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37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somar(a, b) {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993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2494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5054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7614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console.log(somar(3, 5));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0175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298448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56048" y="1673352"/>
            <a:ext cx="3712464" cy="1664208"/>
          </a:xfrm>
          <a:prstGeom prst="roundRect">
            <a:avLst>
              <a:gd name="adj" fmla="val 3846"/>
            </a:avLst>
          </a:prstGeom>
          <a:solidFill>
            <a:srgbClr val="1E1E1E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737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somar = (a, b) =&gt; {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1993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22494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5054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7614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console.log(somar(3, 5));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30175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85039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" y="3630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de uma linha (sem chaves e sem return):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3630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somar = (a, b) =&gt; a + b;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 — Exercício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67E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Reescreva a função abaixo como arrow function: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8503920" cy="2148840"/>
          </a:xfrm>
          <a:prstGeom prst="roundRect">
            <a:avLst>
              <a:gd name="adj" fmla="val 4255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508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dobrar(numero) {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1892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numero * 2;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2768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660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0449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console.log(dobrar(7));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DE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7947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Bônus: escreva também a versão de uma linha.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 — Resposta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7A4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40233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024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completa: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1316736"/>
            <a:ext cx="3712464" cy="1828800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389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dobrar = (numero) =&gt; {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664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numero * 2;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487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console.log(dobrar(7));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761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960120"/>
            <a:ext cx="40233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56048" y="1024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de uma linha: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56048" y="1316736"/>
            <a:ext cx="3712464" cy="1828800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13898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dobrar =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7282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(numero) =&gt; numero * 2;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20665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24048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console.log(dobrar(7));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7432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429000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566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O resultado é idêntico nas duas formas. Arrow function é apenas uma sintaxe mais curta.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e Import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4A9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React, cada componente fica em um arquivo separado.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02336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Exportando  (Botao.jsx)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691640"/>
            <a:ext cx="3712464" cy="1892808"/>
          </a:xfrm>
          <a:prstGeom prst="roundRect">
            <a:avLst>
              <a:gd name="adj" fmla="val 3382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55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Arquivo: Botao.jsx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0025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2494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Botao() {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496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&lt;button&gt;Clique aqui&lt;/button&gt;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990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2369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298448"/>
            <a:ext cx="402336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Importando  (App.jsx)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56048" y="1691640"/>
            <a:ext cx="3712464" cy="1892808"/>
          </a:xfrm>
          <a:prstGeom prst="roundRect">
            <a:avLst>
              <a:gd name="adj" fmla="val 3382"/>
            </a:avLst>
          </a:prstGeom>
          <a:solidFill>
            <a:srgbClr val="1E1E1E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755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Arquivo: App.jsx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20025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2494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Botao from './Botao';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496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2990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&lt;Botao /&gt;;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32369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822192"/>
            <a:ext cx="8503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913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'./' 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mesma pasta   |   </a:t>
            </a:r>
            <a:pPr indent="0" marL="0">
              <a:buNone/>
            </a:pPr>
            <a:r>
              <a:rPr lang="en-US" sz="1100" b="1" dirty="0">
                <a:solidFill>
                  <a:srgbClr val="1A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{ useState } from 'react'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importa de uma biblioteca instalada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e Import — Exercício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67E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aparecerá na tela quando App.jsx for executado?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53312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4081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Titulo.jsx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6916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Titulo() {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02082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350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&lt;h1&gt;Bem-vindo ao React!&lt;/h1&gt;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6791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0083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353312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56048" y="14081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56048" y="1691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Titulo from './Titulo';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56048" y="19110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56048" y="2130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2350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56048" y="25694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56048" y="2788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&lt;Titulo /&gt;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56048" y="3008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&lt;Titulo /&gt;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56048" y="32278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56048" y="34472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56048" y="36667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e Import — Resposta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7A4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005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no navegador: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280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B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Bem-vindo ao React!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554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B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Bem-vindo ao React!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029968"/>
            <a:ext cx="8503920" cy="54864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121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 componente Titulo é importado e usado duas vezes.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688336"/>
            <a:ext cx="8503920" cy="54864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7797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As duas linhas vêm do mesmo arquivo Titulo.jsx.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346704"/>
            <a:ext cx="8503920" cy="54864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4381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 mudar o texto lá, as duas linhas mudam automaticamente.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005072"/>
            <a:ext cx="8503920" cy="54864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0965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Isso mostra a principal vantagem dos componentes: reutilização.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e JSX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4A9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componente é uma função JavaScript que retorna HTML (JSX).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02336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simples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691640"/>
            <a:ext cx="3712464" cy="1892808"/>
          </a:xfrm>
          <a:prstGeom prst="roundRect">
            <a:avLst>
              <a:gd name="adj" fmla="val 3382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556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BemVindo() {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0116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267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&lt;h1&gt;Olá, turma!&lt;/h1&gt;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5237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7797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0358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2918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BemVindo;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298448"/>
            <a:ext cx="402336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com variável  { 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56048" y="1691640"/>
            <a:ext cx="3712464" cy="1892808"/>
          </a:xfrm>
          <a:prstGeom prst="roundRect">
            <a:avLst>
              <a:gd name="adj" fmla="val 3382"/>
            </a:avLst>
          </a:prstGeom>
          <a:solidFill>
            <a:srgbClr val="1E1E1E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7556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Saudacao() {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20116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nome = 'Ana';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267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5237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7797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&lt;p&gt;Olá, {nome}!&lt;/p&gt;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0358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32918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822192"/>
            <a:ext cx="8503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913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 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chaves são a 'janela' do JavaScript dentro do JSX — qualquer expressão JS vale lá dentro.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Diferenças: JSX vs HTML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4A9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8696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CC333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869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88696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1A4A9E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869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14081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class="titulo"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316736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F0FF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14081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className="titulo"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1975104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066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onclick="fn()"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975104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F0FF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2066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onClick={fn}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633472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" y="27249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633472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F0FF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27249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/&gt;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" y="3383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src="x.png"&gt;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291840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F0FF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3383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src="x.png" /&gt;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950208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" y="40416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for="campo"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3950208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F0FF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56048" y="40416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htmlFor="campo"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vs HTML — Exercício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67E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código abaixo tem 3 erros de JSX. Encontre e corrija todos: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8503920" cy="2834640"/>
          </a:xfrm>
          <a:prstGeom prst="roundRect">
            <a:avLst>
              <a:gd name="adj" fmla="val 3226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508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Formulario()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7922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075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class="form"&gt;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359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&lt;label for="nome"&gt;Seu nome:&lt;/label&gt;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6426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926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onclick={enviar}&gt;Enviar&lt;/button&gt;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3209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776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vs HTML — Resposta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7A4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8696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CC333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869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erro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88696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3CB50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869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14538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class="form"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316736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14538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className="form"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121408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258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for="nome"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2121408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2258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htmlFor="nome"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" y="30632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2926080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30632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/&gt;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730752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" y="38679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onclick={enviar}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3730752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38679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onClick={enviar}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— O problema sem ele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4A9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JavaScript puro, atualizar a tela exige dois passos: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5303520" cy="2697480"/>
          </a:xfrm>
          <a:prstGeom prst="roundRect">
            <a:avLst>
              <a:gd name="adj" fmla="val 3390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408176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id="numero"&gt;0&lt;/h1&gt;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609344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onclick="incrementar()"&gt;+1&lt;/button&gt;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810512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011680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212848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contador = 0;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414016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615184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incrementar() {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816352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 = contador + 1;  // passo 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017520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document.getElementById('numero')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218688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.innerText = contador; // passo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419856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621024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06440" y="1298448"/>
            <a:ext cx="3017520" cy="731520"/>
          </a:xfrm>
          <a:prstGeom prst="roundRect">
            <a:avLst>
              <a:gd name="adj" fmla="val 15000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61888" y="13898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Atualizar a variável  →  passo 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2167128"/>
            <a:ext cx="3017520" cy="731520"/>
          </a:xfrm>
          <a:prstGeom prst="roundRect">
            <a:avLst>
              <a:gd name="adj" fmla="val 15000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61888" y="22585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Buscar o elemento no DOM  →  passo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35808"/>
            <a:ext cx="3017520" cy="731520"/>
          </a:xfrm>
          <a:prstGeom prst="roundRect">
            <a:avLst>
              <a:gd name="adj" fmla="val 15000"/>
            </a:avLst>
          </a:prstGeom>
          <a:solidFill>
            <a:srgbClr val="FFF0F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61888" y="31272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Em projetos grandes isso vira caos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— A solução React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4A9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5303520" cy="3090672"/>
          </a:xfrm>
          <a:prstGeom prst="roundRect">
            <a:avLst>
              <a:gd name="adj" fmla="val 2959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0607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2527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4447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Contador() {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6367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[contador, setContador] = useState(0);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18288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0208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incrementar() {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2128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setContador(contador + 1); // um passo só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4048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7889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98094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1729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&lt;h1&gt;{contador}&lt;/h1&gt;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3649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onClick={incrementar}&gt;+1&lt;/button&gt;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5570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7490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9410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06440" y="96012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61888" y="1033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61888" y="13807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atual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06440" y="2075688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61888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setContador()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61888" y="24963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 p/ atualizar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06440" y="3191256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61888" y="3264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useState(0)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61888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inicial = 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160520"/>
            <a:ext cx="8503920" cy="54864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279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chamar setContador(), o React atualiza a variável E re-renderiza a tela automaticamente.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— Exercício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67E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cada parte da linha abaixo representa?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8503920" cy="5486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49047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[pontos, setPontos] = useState(10);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 O que é  pontos 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 O que é  setPontos 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730752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 O que é  useState(10) ?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— Resposta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7A4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86968"/>
            <a:ext cx="8503920" cy="457200"/>
          </a:xfrm>
          <a:prstGeom prst="roundRect">
            <a:avLst>
              <a:gd name="adj" fmla="val 20000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[pontos, setPontos] = useState(10);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81328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847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atual do estado. Começa em 10.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450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setPontos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função que você chama para mudar o valor. Ex: setPontos(20).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273552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3467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useState(10)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639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o valor inicial do estado como 10.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187952"/>
            <a:ext cx="8503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315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chamar setPontos(novoValor) → React atualiza pontos → re-renderiza → exibe o novo valor.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 — Contador Completo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67E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Construa um contador com as seguintes regras: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" y="14630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CB500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0976" y="1481328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 em 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139696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" y="221284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CB50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0976" y="2231136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 +1  que incrementa o valor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889504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" y="296265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CB500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50976" y="2980944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 -1  que decrementa, mas não passa de 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639312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0624" y="371246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CB500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0976" y="3730752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 Resetar  que volta para 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4407408"/>
            <a:ext cx="8503920" cy="566928"/>
          </a:xfrm>
          <a:prstGeom prst="roundRect">
            <a:avLst>
              <a:gd name="adj" fmla="val 19355"/>
            </a:avLst>
          </a:prstGeom>
          <a:solidFill>
            <a:srgbClr val="FFFDE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Dica: use  if (contador &gt; 0)  dentro da função decrementar.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 — Resposta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A7A4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1E1E1E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051560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186891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322222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Contador() {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457554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[contador, setContador] = useState(0);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592885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728216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incrementar()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1863547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setContador(contador + 1);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1998878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134210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269541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decrementar()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404872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(contador &gt; 0) {     // impede negativo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540203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setContador(contador - 1);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675534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2810866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2946197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081528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resetar()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216859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setContador(0);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352190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487522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3622853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3758184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3893515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&lt;h1&gt;{contador}&lt;/h1&gt;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028846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onClick={incrementar}&gt;+1&lt;/button&gt;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164178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onClick={decrementar}&gt;-1&lt;/button&gt;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299509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onClick={resetar}&gt;Resetar&lt;/button&gt;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4434840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" y="4570171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" y="4705502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833872" y="960120"/>
            <a:ext cx="2990088" cy="987552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989320" y="10332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Clicar +1 três vezes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138074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33872" y="2075688"/>
            <a:ext cx="2990088" cy="987552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89320" y="21488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Clicar -1 quando está em 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89320" y="249631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(if bloqueia)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833872" y="3191256"/>
            <a:ext cx="2990088" cy="987552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989320" y="32644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Clicar Resetar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89320" y="361188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CB50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 34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31750">
            <a:solidFill>
              <a:srgbClr val="3C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1605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2801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JS para criar interfaces em componentes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41605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993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2860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 que retorna JSX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41605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2999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32918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dentro do JS — use { } para dinâmico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931920"/>
            <a:ext cx="41605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4005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 / onClick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4297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Substitutos de class e onclick no JSX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914400"/>
            <a:ext cx="41605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0176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/ import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01768" y="12801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Compartilhar código entre arquivos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920240"/>
            <a:ext cx="41605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01768" y="1993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useState(0)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01768" y="22860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estado com valor inicial 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926080"/>
            <a:ext cx="41605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01768" y="2999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setContador()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01768" y="32918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 estado e re-renderiza a tela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4041648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FFDE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10912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4389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 · useEffect · Consumo de API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2026-06-09T18:18:04Z</dcterms:created>
  <dcterms:modified xsi:type="dcterms:W3CDTF">2026-06-09T18:18:04Z</dcterms:modified>
</cp:coreProperties>
</file>